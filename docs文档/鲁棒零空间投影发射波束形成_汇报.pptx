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782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" cy="1828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鲁棒零空间投影发射波束形成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面向硬件失真的 MIMO 通感一体化预编码设计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2743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ZTE / SANECHIPS 通感一体化项目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6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4264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MIMO ISAC 中感知与通信的功率矛盾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传统方案局限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0208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ZF 预编码的感知盲区问题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算法设计思路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615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零空间投影 + 硬件失真建模的三层创新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365760" cy="365760"/>
          </a:xfrm>
          <a:prstGeom prst="ellipse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五步算法流程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2095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信道准备→功率分配→QR零空间→梯度下降→合成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93592"/>
            <a:ext cx="365760" cy="365760"/>
          </a:xfrm>
          <a:prstGeom prst="ellipse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4864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仿真结果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38039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感知提升 36.2%，通信全部达标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187952"/>
            <a:ext cx="365760" cy="365760"/>
          </a:xfrm>
          <a:prstGeom prst="ellipse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43982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设计教训与后续规划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ZTE 通感一体化 · 鲁棒零空间投影预编码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研究背景：MIMO ISAC 中的核心矛盾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一张天线阵列，两个任务：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🔹 通信：</a:t>
            </a: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个用户各自需要独立的信号流，用 SINR 衡量质量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🔹 感知：</a:t>
            </a: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用同一阵列做雷达扫描，需要在所有角度上有足够的照射功率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问题本质：16 根天线 = 16 个自由度，4 个用于通信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只剩 12 个 → 传统方案把它们浪费了！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系统参数（28 GHz MIMO-OFDM）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691640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发射天线 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4×4 URA = 16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121408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2121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通信流数 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2121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用户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551176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25511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载波频率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25511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GHz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980944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937760" y="2980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子载波数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980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12672 (4×CA)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410712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937760" y="3410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3410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840480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硬件失真 κ_T, κ_U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ZTE 通感一体化 · 鲁棒零空间投影预编码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ZF 预编码：通信 ok，感知有盲区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21031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ZF 方案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W_zf = H (Hᴴ H)⁻¹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通信 SINR 达标（≥ 10 dB）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简单、计算快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只看通信，不管感知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零空间 12 维完全浪费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某些角度功率严重不足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D9488"/>
                </a:solidFill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14800" cy="21031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鲁棒零空间投影（本方案）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 = W₀ + N_c · Z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通信 SINR 达标（11.6~11.7 dB）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零空间 12 维充分利用</a:t>
            </a: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感知最差方向功率 +36.2%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8412480" cy="1188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通俗理解：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 KTV 调音师——老方法只让 4 个人听清楚，墙角一片寂静（感知盲区）。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新方法利用「不干扰听众」的自由调节空间（零空间），把多余的音响能量匀到整个房间，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每调一步还回头确认没人被搞聋（SINR 约束检查）。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ZTE 通感一体化 · 鲁棒零空间投影预编码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方案创新：三个核心思路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零空间投影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QR 分解提取通信信道的零空间 Nc（12维），在这 12 个自由度上优化感知覆盖，完全不影响通信质量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数学验证：‖Hᵢᴴ Nc‖ = 1.34 × 10⁻¹⁵（机器精度）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硬件失真显式建模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2606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同时考虑发射失真 κ_T（功放非线性）和接收失真 κ_U（用户端噪声），预编码设计包含失真项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0632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失真项 κ_T·diag{WWᴴ} 出现在 SINR 分子和感知目标函数中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SINR 余量机制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功率分配目标比 SINR 门限高 1 dB（11 dB vs 10 dB），给零空间优化留操作空间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42976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不留余量 → Z 被冻结；留 1 dB → 零空间可自由调整 +36.2%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ZTE 通感一体化 · 鲁棒零空间投影预编码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五步算法流程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72768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59536" y="1234440"/>
            <a:ext cx="402336" cy="402336"/>
          </a:xfrm>
          <a:prstGeom prst="ellipse">
            <a:avLst/>
          </a:prstGeom>
          <a:solidFill>
            <a:srgbClr val="1533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9536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信道准备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21488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Hᵢ 和 a_T(θₚ)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47088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29968" y="1097280"/>
            <a:ext cx="1572768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402336" cy="402336"/>
          </a:xfrm>
          <a:prstGeom prst="ellipse">
            <a:avLst/>
          </a:prstGeom>
          <a:solidFill>
            <a:srgbClr val="1533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15184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21408" y="17830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功率迭代分配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1488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p_k 迭代 + SINR余量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02736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85616" y="1097280"/>
            <a:ext cx="1572768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370832" y="1234440"/>
            <a:ext cx="402336" cy="402336"/>
          </a:xfrm>
          <a:prstGeom prst="ellipse">
            <a:avLst/>
          </a:prstGeom>
          <a:solidFill>
            <a:srgbClr val="1533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370832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77056" y="17830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QR 取零空间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58768" y="21488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Nc = Q(:, K+1:end)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58384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41264" y="1097280"/>
            <a:ext cx="1572768" cy="1645920"/>
          </a:xfrm>
          <a:prstGeom prst="rect">
            <a:avLst/>
          </a:prstGeom>
          <a:solidFill>
            <a:srgbClr val="F0FD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126480" y="123444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126480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32704" y="17830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梯度下降优化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14416" y="21488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max-min f_p + Armijo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14032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96912" y="1097280"/>
            <a:ext cx="1572768" cy="1645920"/>
          </a:xfrm>
          <a:prstGeom prst="rect">
            <a:avLst/>
          </a:prstGeom>
          <a:solidFill>
            <a:srgbClr val="F0FD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882128" y="123444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882128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88352" y="17830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 + 推满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70064" y="21488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Wᵢ = W₀ + Nc·Z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" y="3121269"/>
            <a:ext cx="8412480" cy="164592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008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优化问题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3429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  min    fₚ(Wᵢ)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Wᵢ     p=1..P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s.t.   γₖ(Wᵢ) ≥ γ̄  (通信 SINR 门限)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(1+κ_T)·Tr{WᵢWᵢᴴ} ≤ P_max  (功率预算)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其中 fₚ = |a_Tᴴ Wᵢ|² + κ_T·a_Tᴴ·diag{WᵢWᵢᴴ}·a_T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ZTE 通感一体化 · 鲁棒零空间投影预编码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算法细节（上）：第 1 ~ 3 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信道准备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Hᵢ (Nt×K)：70% LoS + 30% 散射混合 → 保证满秩 rank=4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17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a_T(θₚ) (Nt×P)：181 个扫描角度（-90°~90°，每 1°一点）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关键：信道不满秩 → 零空间维度不足 → 后续优化无法进行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功率分配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W̄₀ = Hᵢ(Hᵢᴴ Hᵢ)⁻¹（ZF 基础）→ 迭代分配各用户功率 p_k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9806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 = γ̄ × 10^(1dB/10) = 12.59（比门限高 1 dB）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d_k(p) = κ_T(1+κ_U) Σⱼ pⱼ·(hₖᴴ diag{wⱼwⱼᴴ} hₖ)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2735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W₀ = W̄₀·P^{1/2}，含 1 dB SINR 余量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QR 零空间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[Q, ~] = qr(Hᵢ) → Nc = Q(:, K+1:end)，16×(16-K) = 16×12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07822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验证：‖Hᵢᴴ Nc‖_F = 1.34×10⁻¹⁵ → 确实是零空间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3159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维完全不在通信信道的「视野」内 → 任意使用不影响 SINR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ZTE 通感一体化 · 鲁棒零空间投影预编码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算法细节（下）：第 4 ~ 5 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2194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步：梯度下降 max-min 优化（核心）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当前 Wᵢ = W₀ + Nc·Z → 扫描 181 个角度找到最差方向 p* = argmin fₚ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计算最差方向的梯度 ∇_Z f_{p*}（含主项 + 失真项）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Armijo 线搜索（步长试探）：每次检查 SINR ≥ γ̄ 且 P ≤ P_max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不满足 → 步长 μ = μ × 0.5，重试（最多 20 次）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全不满足 → 跳过本轮更新（保护通信质量）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迭代 30 次，f_worst 从 0.0162 → 0.0235，提升了 45.6%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3429000"/>
            <a:ext cx="8412480" cy="12801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步：功率推满 + 合成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6732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Wᵢ = W₀ + Nc·Z → 计算实际功率 P_actual → 缩放到 P_max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缩放后复查 SINR：全部达标 → 接受推满；不达标 → 诚实保持原功率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当前参数下功率顺利推满，无 SINR 违规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公平对比：ZF 和本方案在相同 P_max 下比较，赢的才是实打实的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ZTE 通感一体化 · 鲁棒零空间投影预编码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仿真设置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66674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发射天线 Nt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4×4 URA = 16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Nt_x = Nt_y = 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通信流数 K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个用户，角度 [-30, -10, 20, 45]°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扫描角度 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-90° ~ +90°，步长 1°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硬件失真 κ_T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发射功放非线性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硬件失真 κ_U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用户接收端失真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SINR 阈值 γ̄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dB (10.0)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通信质量底线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SINR 余量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dB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 11 dB，给优化留空间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总功率 P_max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归一化单位功率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噪声 σ²_n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0.001 (1e-3)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接收端底噪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梯度下降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次迭代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初始步长 0.05, Armijo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功率迭代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次迭代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 SINR 余量分配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ZTE 通感一体化 · 鲁棒零空间投影预编码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仿真结果：感知大幅提升，通信不降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1463040"/>
          </a:xfrm>
          <a:prstGeom prst="rect">
            <a:avLst/>
          </a:prstGeom>
          <a:solidFill>
            <a:srgbClr val="F0FD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+36.2%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最差感知方向功率提升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606040" cy="146304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291840" y="1143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11.6~11.7 dB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 SINR 全部达标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051560"/>
            <a:ext cx="2606040" cy="14630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126480" y="1143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1.34×10⁻¹⁵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零空间精度验证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性能对比明细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08960"/>
          <a:ext cx="8412480" cy="13990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 ZF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本方案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最差感知功率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0.1355 (@ -23°)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0.1846 (@ -60°)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+36.2%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 SINR 达标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全部 ≥10 dB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全部 ≥10 dB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 SINR 余量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~0 dB（刚好卡线）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1.6~1.7 dB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更稳健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零空间利用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维（浪费）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维（75% 自由度）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全新利用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ZTE 通感一体化 · 鲁棒零空间投影预编码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波束方向图：直观对比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D:/AA 学习项目/AAA 智能反射面辅助通信感知/AAA ZTE_project/png/tx_beamforming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96113"/>
            <a:ext cx="7353883" cy="26137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03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蓝色：传统 ZF  |  红色：鲁棒零空间投影  |  灰色区域：感知关注区间（-60°~60°）  |  虚线：4 个用户方向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关键观察：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用户方向（虚线处）的波束增益两者持平 → 通信不受影响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感知区间内（灰色区域）红色曲线整体高于蓝色 → 感知覆盖更均匀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右侧收敛曲线显示梯度下降有效收敛（45.6% 提升）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ZTE 通感一体化 · 鲁棒零空间投影预编码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371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鲁棒零空间投影预编码算法设计与实现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五步流程：信道→功率→QR→梯度→合成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感知最差方向功率相比 ZF 提升 36.2%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通信 SINR 全部达标（11.6~11.7 dB）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硬件失真（κ_T, κ_U）显式建模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后续规划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🔸 与自干扰抑制预编码（design_precoder）级联测试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🔸 验证更多用户数 K 和更高失真 κ 下的鲁棒性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🔸 加入雷达回波链路，跑完整 ISAC 估计精度评估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🔸 参数敏感度扫描（sinr_margin / kappa / n_iter）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33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谢谢！欢迎提问  ·  ZTE 通感一体化项目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1221</Words>
  <Application>Microsoft Office PowerPoint</Application>
  <PresentationFormat>全屏显示(16:9)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鲁棒零空间投影发射波束形成</dc:title>
  <dc:subject>PptxGenJS Presentation</dc:subject>
  <dc:creator>ZTE ISAC 项目组</dc:creator>
  <cp:lastModifiedBy>Fubuki Sakura</cp:lastModifiedBy>
  <cp:revision>2</cp:revision>
  <dcterms:created xsi:type="dcterms:W3CDTF">2026-06-13T13:33:22Z</dcterms:created>
  <dcterms:modified xsi:type="dcterms:W3CDTF">2026-06-13T13:34:43Z</dcterms:modified>
</cp:coreProperties>
</file>