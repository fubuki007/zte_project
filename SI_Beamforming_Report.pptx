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60b56aa-82ed-472d-a81c-9685229b41f7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834f232-b9c1-4246-9773-8d0d29c4a646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f3caef4-b136-4861-98fa-b772432585e2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295e9d5-ffd1-4b60-8ea1-31439fabc56d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发射波束赋形抑制自干扰 — 系统级验证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t>MIMO-OFDM ISAC 系统
2026-05-18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问题: 自干扰 (SI) 淹没雷达回波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通感一体化系统收发共址, 发射信号直接漏进接收天线
• SI 比目标回波强 20~80 dB, 不处理则雷达完全失效
• 师兄方案: 改发射预编码 W, 让波束在接收天线方向打零
  - 公式(16) 拉格朗日法: W = R⁻¹Hc(Hc'R⁻¹Hc)⁻¹
  - 公式(17) 零空间法:   W = W₀ - Nc·pinv(H_SI·Nc)·H_SI·W₀
• 师兄初步验证 (bf.m): LoS 压 100dB, 瑞利压 20dB
• 本次任务: 接进完整系统, 看下游估计精度能否改善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任务1: 复现 bf.m 结论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参数: M=36发射, N=36接收, K=4通信流, seed=0
κ=10¹⁰ (近LoS):
  ZF泄漏=3587, lagrange泄漏=3.8e-9
  → 抑制 120 dB (师兄预期 100 dB) ✓
κ=1 (莱斯小κ):
  ZF泄漏=3397, lagrange泄漏=21.76
  → 抑制 22 dB (师兄预期 20 dB) ✓
结论: 新函数与 bf.m 数学等价, 可放心用于系统级实验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系统级: SI 泄漏功率对比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827" y="1825625"/>
            <a:ext cx="719434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系统级: 角度估计 MSE vs SI 强度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7096"/>
            <a:ext cx="10515600" cy="3748394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系统级: 距离估计 MSE vs SI 强度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7096"/>
            <a:ext cx="10515600" cy="3748394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系统级: 失锁门限对比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098" y="1825625"/>
            <a:ext cx="7005803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师兄方案有效:
   LoS场景: lagrange 把失锁门限从 scale=1 推到 &gt;10000 (&gt;40dB)
   瑞利场景: ZF 在 scale=10 失锁, lagrange 到 10000 仍稳
2. 新发现 — 单流通信的代价:
   κ=1 混合信道下, lagrange 基线角度偏 5°
   原因: K_stream=1 自由度不够, W 被拉偏
3. 下一步:
   - K_stream=2 看偏差能否消除
   - 扫通信方向与SI方向夹角
   - 加"保持目标方向增益"约束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代码文件清单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新增:
  generate_HSI.m          — 生成 Rician SI 信道
  design_precoder.m       — 设计预编码 W (zf/nullspace/lagrange)
  task1_reproduce_bf.m    — 复现 bf.m
  task3_precoder_system_comparison.m — 系统级对比
  task4_plot_results.m    — 出图
  generate_report_ppt.m   — 生成本 PPT
改造:
  generate_mimo_ofdm_waveform.m — 支持 precoder_type 切换
  simulate_radar_channel_3d.m   — 支持矩阵 SI 注入
  main.m                        — 主流程支持预编码开关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